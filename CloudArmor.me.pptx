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min Saadaou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06T22:19:41.178">
    <p:pos x="1215" y="1620"/>
    <p:text>Watch the video here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4adc3b0a4_0_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4adc3b0a4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54adc3b0a4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4adc3b0a4_0_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4adc3b0a4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54adc3b0a4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4adc3b0a4_0_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4adc3b0a4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54adc3b0a4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4adc3b0a4_0_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4adc3b0a4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54adc3b0a4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4adc3b0a4_0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4adc3b0a4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54adc3b0a4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4adc3b0a4_0_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4adc3b0a4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54adc3b0a4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4adc3b0a4_0_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4adc3b0a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54adc3b0a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4adc3b0a4_0_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4adc3b0a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54adc3b0a4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4adc3b0a4_0_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4adc3b0a4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54adc3b0a4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451253" y="1502816"/>
            <a:ext cx="4798980" cy="137434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296"/>
              </a:buClr>
              <a:buSzPts val="2700"/>
              <a:buFont typeface="Calibri"/>
              <a:buNone/>
              <a:defRPr sz="2700">
                <a:solidFill>
                  <a:srgbClr val="00329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451253" y="3029865"/>
            <a:ext cx="4798980" cy="610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0" i="0" sz="2100">
                <a:solidFill>
                  <a:schemeClr val="dk1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330547" y="433881"/>
            <a:ext cx="6184553" cy="1042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296"/>
              </a:buClr>
              <a:buSzPts val="2700"/>
              <a:buFont typeface="Calibri"/>
              <a:buNone/>
              <a:defRPr sz="2700">
                <a:solidFill>
                  <a:srgbClr val="00329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336724" y="1502815"/>
            <a:ext cx="6184553" cy="3359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>
                <a:solidFill>
                  <a:schemeClr val="dk1"/>
                </a:solidFill>
              </a:defRPr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>
                <a:solidFill>
                  <a:schemeClr val="dk1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solidFill>
                  <a:schemeClr val="dk1"/>
                </a:solidFill>
              </a:defRPr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solidFill>
                  <a:schemeClr val="dk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342900" y="503688"/>
            <a:ext cx="4689503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296"/>
              </a:buClr>
              <a:buSzPts val="2700"/>
              <a:buFont typeface="Calibri"/>
              <a:buNone/>
              <a:defRPr sz="2700">
                <a:solidFill>
                  <a:srgbClr val="00329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342900" y="1267214"/>
            <a:ext cx="4689503" cy="3511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>
                <a:solidFill>
                  <a:schemeClr val="dk1"/>
                </a:solidFill>
              </a:defRPr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>
                <a:solidFill>
                  <a:schemeClr val="dk1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solidFill>
                  <a:schemeClr val="dk1"/>
                </a:solidFill>
              </a:defRPr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solidFill>
                  <a:schemeClr val="dk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397669" y="441021"/>
            <a:ext cx="6057672" cy="1068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296"/>
              </a:buClr>
              <a:buSzPts val="2700"/>
              <a:buFont typeface="Calibri"/>
              <a:buNone/>
              <a:defRPr sz="2700">
                <a:solidFill>
                  <a:srgbClr val="00329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02659" y="1808224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02659" y="2280621"/>
            <a:ext cx="3030141" cy="22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23850" lvl="1" marL="91440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>
                <a:solidFill>
                  <a:schemeClr val="dk1"/>
                </a:solidFill>
              </a:defRPr>
            </a:lvl2pPr>
            <a:lvl3pPr indent="-314325" lvl="2" marL="1371600" algn="ctr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solidFill>
                  <a:schemeClr val="dk1"/>
                </a:solidFill>
              </a:defRPr>
            </a:lvl3pPr>
            <a:lvl4pPr indent="-304800" lvl="3" marL="1828800" algn="ct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4pPr>
            <a:lvl5pPr indent="-304800" lvl="4" marL="2286000" algn="ct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>
                <a:solidFill>
                  <a:schemeClr val="dk1"/>
                </a:solidFill>
              </a:defRPr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38" name="Google Shape;38;p5"/>
          <p:cNvSpPr txBox="1"/>
          <p:nvPr>
            <p:ph idx="3" type="body"/>
          </p:nvPr>
        </p:nvSpPr>
        <p:spPr>
          <a:xfrm>
            <a:off x="3429001" y="1808224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5"/>
          <p:cNvSpPr txBox="1"/>
          <p:nvPr>
            <p:ph idx="4" type="body"/>
          </p:nvPr>
        </p:nvSpPr>
        <p:spPr>
          <a:xfrm>
            <a:off x="3429001" y="2280621"/>
            <a:ext cx="3031331" cy="22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23850" lvl="1" marL="91440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>
                <a:solidFill>
                  <a:schemeClr val="dk1"/>
                </a:solidFill>
              </a:defRPr>
            </a:lvl2pPr>
            <a:lvl3pPr indent="-314325" lvl="2" marL="1371600" algn="ctr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solidFill>
                  <a:schemeClr val="dk1"/>
                </a:solidFill>
              </a:defRPr>
            </a:lvl3pPr>
            <a:lvl4pPr indent="-304800" lvl="3" marL="1828800" algn="ct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4pPr>
            <a:lvl5pPr indent="-304800" lvl="4" marL="2286000" algn="ct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>
                <a:solidFill>
                  <a:schemeClr val="dk1"/>
                </a:solidFill>
              </a:defRPr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342901" y="204787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2681287" y="204789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342901" y="1076327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1344216" y="4025504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731764" y="-188713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 rot="5400000">
            <a:off x="3549253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 rot="5400000">
            <a:off x="406003" y="142876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:\websites\free-power-point-templates\2012\logos.png" id="91" name="Google Shape;9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6356" y="2326214"/>
            <a:ext cx="1097838" cy="52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 txBox="1"/>
          <p:nvPr/>
        </p:nvSpPr>
        <p:spPr>
          <a:xfrm>
            <a:off x="-6862" y="5213747"/>
            <a:ext cx="6292219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This presentation uses a free template provided by FPPT.com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www.free-power-point-templates.com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.xml"/><Relationship Id="rId4" Type="http://schemas.openxmlformats.org/officeDocument/2006/relationships/hyperlink" Target="https://drive.google.com/file/d/1cNiDOP7RUpQxn1002R_CMZ90UmvQDPT2/view?usp=drivesd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ctrTitle"/>
          </p:nvPr>
        </p:nvSpPr>
        <p:spPr>
          <a:xfrm>
            <a:off x="451253" y="1502816"/>
            <a:ext cx="4798980" cy="137434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296"/>
              </a:buClr>
              <a:buSzPts val="2700"/>
              <a:buFont typeface="Calibri"/>
              <a:buNone/>
            </a:pPr>
            <a:r>
              <a:rPr lang="en-US"/>
              <a:t>CloudArmor</a:t>
            </a:r>
            <a:endParaRPr/>
          </a:p>
        </p:txBody>
      </p:sp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451253" y="3029865"/>
            <a:ext cx="4798980" cy="610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/>
              <a:t>Amin Saadaoui</a:t>
            </a:r>
            <a:br>
              <a:rPr lang="en-US"/>
            </a:br>
            <a:r>
              <a:rPr lang="en-US"/>
              <a:t>James Kirk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330547" y="433881"/>
            <a:ext cx="6184553" cy="1042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296"/>
              </a:buClr>
              <a:buSzPts val="27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336724" y="1502815"/>
            <a:ext cx="6184553" cy="3359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23825" lvl="0" marL="257175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863" y="1298800"/>
            <a:ext cx="6282276" cy="322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330547" y="433881"/>
            <a:ext cx="6184500" cy="104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DNS</a:t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588" y="1354756"/>
            <a:ext cx="5012831" cy="3362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30547" y="433881"/>
            <a:ext cx="6184500" cy="104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Digital Ocean </a:t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00" y="1571931"/>
            <a:ext cx="6553201" cy="3075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42900" y="503688"/>
            <a:ext cx="4689503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296"/>
              </a:buClr>
              <a:buSzPts val="2700"/>
              <a:buFont typeface="Calibri"/>
              <a:buNone/>
            </a:pPr>
            <a:r>
              <a:rPr lang="en-US"/>
              <a:t>NextCloud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413" y="1168163"/>
            <a:ext cx="4490466" cy="3571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397669" y="441021"/>
            <a:ext cx="6057600" cy="106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Proxy</a:t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138" y="1614221"/>
            <a:ext cx="465772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330547" y="433881"/>
            <a:ext cx="6184500" cy="104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SSL</a:t>
            </a:r>
            <a:endParaRPr/>
          </a:p>
        </p:txBody>
      </p:sp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3901" t="0"/>
          <a:stretch/>
        </p:blipFill>
        <p:spPr>
          <a:xfrm>
            <a:off x="83825" y="1476675"/>
            <a:ext cx="552830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330547" y="433881"/>
            <a:ext cx="6184500" cy="104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SSL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200" y="1633543"/>
            <a:ext cx="36385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169725" y="70738"/>
            <a:ext cx="46896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SSH Hardening</a:t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400" y="736500"/>
            <a:ext cx="4531574" cy="29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138" y="3755275"/>
            <a:ext cx="6641726" cy="12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42900" y="503688"/>
            <a:ext cx="46896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UFW</a:t>
            </a:r>
            <a:endParaRPr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25" y="1267188"/>
            <a:ext cx="4514850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330547" y="433881"/>
            <a:ext cx="6184500" cy="104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MariaDB </a:t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750" y="1612742"/>
            <a:ext cx="6184500" cy="323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97669" y="441021"/>
            <a:ext cx="6057672" cy="1068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296"/>
              </a:buClr>
              <a:buSzPts val="2700"/>
              <a:buFont typeface="Calibri"/>
              <a:buNone/>
            </a:pPr>
            <a:r>
              <a:rPr lang="en-US"/>
              <a:t>Backup</a:t>
            </a:r>
            <a:endParaRPr/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175" y="194325"/>
            <a:ext cx="3351350" cy="33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710276"/>
            <a:ext cx="6858000" cy="1267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/>
        </p:nvSpPr>
        <p:spPr>
          <a:xfrm>
            <a:off x="1929005" y="25717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https://drive.google.com/file/d/1cNiDOP7RUpQxn1002R_CMZ90UmvQDPT2/view?usp=drivesdk</a:t>
            </a:r>
            <a:r>
              <a:rPr lang="en-US"/>
              <a:t> </a:t>
            </a:r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422910" y="1177290"/>
            <a:ext cx="6858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Demo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